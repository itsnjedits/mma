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8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10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vi mathur" userId="80bfe0b41f0c38b8" providerId="LiveId" clId="{7D166366-2619-432B-8930-77F62D8D5C9A}"/>
    <pc:docChg chg="addSld delSld modSld">
      <pc:chgData name="ravi mathur" userId="80bfe0b41f0c38b8" providerId="LiveId" clId="{7D166366-2619-432B-8930-77F62D8D5C9A}" dt="2024-09-20T19:04:11.251" v="5529" actId="1076"/>
      <pc:docMkLst>
        <pc:docMk/>
      </pc:docMkLst>
      <pc:sldChg chg="addSp modSp new">
        <pc:chgData name="ravi mathur" userId="80bfe0b41f0c38b8" providerId="LiveId" clId="{7D166366-2619-432B-8930-77F62D8D5C9A}" dt="2024-09-20T18:31:36.342" v="925"/>
        <pc:sldMkLst>
          <pc:docMk/>
          <pc:sldMk cId="3549998246" sldId="256"/>
        </pc:sldMkLst>
        <pc:picChg chg="add mod">
          <ac:chgData name="ravi mathur" userId="80bfe0b41f0c38b8" providerId="LiveId" clId="{7D166366-2619-432B-8930-77F62D8D5C9A}" dt="2024-09-20T18:31:36.342" v="925"/>
          <ac:picMkLst>
            <pc:docMk/>
            <pc:sldMk cId="3549998246" sldId="256"/>
            <ac:picMk id="1026" creationId="{AEFA315F-95C9-2503-FC7C-EFB3CC26E2F1}"/>
          </ac:picMkLst>
        </pc:picChg>
      </pc:sldChg>
      <pc:sldChg chg="addSp modSp new">
        <pc:chgData name="ravi mathur" userId="80bfe0b41f0c38b8" providerId="LiveId" clId="{7D166366-2619-432B-8930-77F62D8D5C9A}" dt="2024-09-20T18:33:20.555" v="1252"/>
        <pc:sldMkLst>
          <pc:docMk/>
          <pc:sldMk cId="2618270215" sldId="257"/>
        </pc:sldMkLst>
        <pc:picChg chg="add mod">
          <ac:chgData name="ravi mathur" userId="80bfe0b41f0c38b8" providerId="LiveId" clId="{7D166366-2619-432B-8930-77F62D8D5C9A}" dt="2024-09-20T18:33:20.555" v="1252"/>
          <ac:picMkLst>
            <pc:docMk/>
            <pc:sldMk cId="2618270215" sldId="257"/>
            <ac:picMk id="2050" creationId="{EBBC79A7-90D4-F22D-0F94-E03CD1850A7D}"/>
          </ac:picMkLst>
        </pc:picChg>
      </pc:sldChg>
      <pc:sldChg chg="addSp modSp new">
        <pc:chgData name="ravi mathur" userId="80bfe0b41f0c38b8" providerId="LiveId" clId="{7D166366-2619-432B-8930-77F62D8D5C9A}" dt="2024-09-20T18:36:00.310" v="1804"/>
        <pc:sldMkLst>
          <pc:docMk/>
          <pc:sldMk cId="282888951" sldId="258"/>
        </pc:sldMkLst>
        <pc:picChg chg="add mod">
          <ac:chgData name="ravi mathur" userId="80bfe0b41f0c38b8" providerId="LiveId" clId="{7D166366-2619-432B-8930-77F62D8D5C9A}" dt="2024-09-20T18:36:00.310" v="1804"/>
          <ac:picMkLst>
            <pc:docMk/>
            <pc:sldMk cId="282888951" sldId="258"/>
            <ac:picMk id="3074" creationId="{B4B0E7A7-E5C3-388B-A55B-F6CAA85AF537}"/>
          </ac:picMkLst>
        </pc:picChg>
      </pc:sldChg>
      <pc:sldChg chg="addSp modSp new del">
        <pc:chgData name="ravi mathur" userId="80bfe0b41f0c38b8" providerId="LiveId" clId="{7D166366-2619-432B-8930-77F62D8D5C9A}" dt="2024-09-20T18:36:15.201" v="1805" actId="47"/>
        <pc:sldMkLst>
          <pc:docMk/>
          <pc:sldMk cId="2240942576" sldId="259"/>
        </pc:sldMkLst>
        <pc:picChg chg="add mod">
          <ac:chgData name="ravi mathur" userId="80bfe0b41f0c38b8" providerId="LiveId" clId="{7D166366-2619-432B-8930-77F62D8D5C9A}" dt="2024-09-20T18:22:59.372" v="31" actId="14100"/>
          <ac:picMkLst>
            <pc:docMk/>
            <pc:sldMk cId="2240942576" sldId="259"/>
            <ac:picMk id="4098" creationId="{004F0ABA-967A-EF6C-06E8-9089FE26EFC9}"/>
          </ac:picMkLst>
        </pc:picChg>
      </pc:sldChg>
      <pc:sldChg chg="addSp modSp new">
        <pc:chgData name="ravi mathur" userId="80bfe0b41f0c38b8" providerId="LiveId" clId="{7D166366-2619-432B-8930-77F62D8D5C9A}" dt="2024-09-20T18:36:37.476" v="1899"/>
        <pc:sldMkLst>
          <pc:docMk/>
          <pc:sldMk cId="2620258786" sldId="260"/>
        </pc:sldMkLst>
        <pc:picChg chg="add mod">
          <ac:chgData name="ravi mathur" userId="80bfe0b41f0c38b8" providerId="LiveId" clId="{7D166366-2619-432B-8930-77F62D8D5C9A}" dt="2024-09-20T18:36:37.476" v="1899"/>
          <ac:picMkLst>
            <pc:docMk/>
            <pc:sldMk cId="2620258786" sldId="260"/>
            <ac:picMk id="5122" creationId="{1DA31876-89AD-6AD5-2088-D6BE004BE7A1}"/>
          </ac:picMkLst>
        </pc:picChg>
      </pc:sldChg>
      <pc:sldChg chg="addSp modSp new">
        <pc:chgData name="ravi mathur" userId="80bfe0b41f0c38b8" providerId="LiveId" clId="{7D166366-2619-432B-8930-77F62D8D5C9A}" dt="2024-09-20T18:37:04.193" v="1945"/>
        <pc:sldMkLst>
          <pc:docMk/>
          <pc:sldMk cId="3510658679" sldId="261"/>
        </pc:sldMkLst>
        <pc:picChg chg="add mod">
          <ac:chgData name="ravi mathur" userId="80bfe0b41f0c38b8" providerId="LiveId" clId="{7D166366-2619-432B-8930-77F62D8D5C9A}" dt="2024-09-20T18:37:04.193" v="1945"/>
          <ac:picMkLst>
            <pc:docMk/>
            <pc:sldMk cId="3510658679" sldId="261"/>
            <ac:picMk id="6146" creationId="{BD0ECEC8-2509-2461-7B7E-7CA82FA83148}"/>
          </ac:picMkLst>
        </pc:picChg>
      </pc:sldChg>
      <pc:sldChg chg="addSp modSp new">
        <pc:chgData name="ravi mathur" userId="80bfe0b41f0c38b8" providerId="LiveId" clId="{7D166366-2619-432B-8930-77F62D8D5C9A}" dt="2024-09-20T18:37:50.282" v="2043"/>
        <pc:sldMkLst>
          <pc:docMk/>
          <pc:sldMk cId="1956586364" sldId="262"/>
        </pc:sldMkLst>
        <pc:picChg chg="add mod">
          <ac:chgData name="ravi mathur" userId="80bfe0b41f0c38b8" providerId="LiveId" clId="{7D166366-2619-432B-8930-77F62D8D5C9A}" dt="2024-09-20T18:37:50.282" v="2043"/>
          <ac:picMkLst>
            <pc:docMk/>
            <pc:sldMk cId="1956586364" sldId="262"/>
            <ac:picMk id="7170" creationId="{7026E384-4329-20BB-55FD-1B77DC1B61FC}"/>
          </ac:picMkLst>
        </pc:picChg>
      </pc:sldChg>
      <pc:sldChg chg="addSp modSp new">
        <pc:chgData name="ravi mathur" userId="80bfe0b41f0c38b8" providerId="LiveId" clId="{7D166366-2619-432B-8930-77F62D8D5C9A}" dt="2024-09-20T18:50:20.469" v="4626"/>
        <pc:sldMkLst>
          <pc:docMk/>
          <pc:sldMk cId="2951265269" sldId="263"/>
        </pc:sldMkLst>
        <pc:picChg chg="add mod">
          <ac:chgData name="ravi mathur" userId="80bfe0b41f0c38b8" providerId="LiveId" clId="{7D166366-2619-432B-8930-77F62D8D5C9A}" dt="2024-09-20T18:50:20.469" v="4626"/>
          <ac:picMkLst>
            <pc:docMk/>
            <pc:sldMk cId="2951265269" sldId="263"/>
            <ac:picMk id="8194" creationId="{5B08BEFA-F95D-2DB6-0CEA-9D465078887F}"/>
          </ac:picMkLst>
        </pc:picChg>
      </pc:sldChg>
      <pc:sldChg chg="addSp modSp new">
        <pc:chgData name="ravi mathur" userId="80bfe0b41f0c38b8" providerId="LiveId" clId="{7D166366-2619-432B-8930-77F62D8D5C9A}" dt="2024-09-20T19:04:11.251" v="5529" actId="1076"/>
        <pc:sldMkLst>
          <pc:docMk/>
          <pc:sldMk cId="3396128755" sldId="264"/>
        </pc:sldMkLst>
        <pc:picChg chg="add mod">
          <ac:chgData name="ravi mathur" userId="80bfe0b41f0c38b8" providerId="LiveId" clId="{7D166366-2619-432B-8930-77F62D8D5C9A}" dt="2024-09-20T19:04:11.251" v="5529" actId="1076"/>
          <ac:picMkLst>
            <pc:docMk/>
            <pc:sldMk cId="3396128755" sldId="264"/>
            <ac:picMk id="9218" creationId="{C48F7D8D-B34A-913B-7AB3-2383C7D2321A}"/>
          </ac:picMkLst>
        </pc:picChg>
      </pc:sldChg>
      <pc:sldChg chg="addSp modSp new">
        <pc:chgData name="ravi mathur" userId="80bfe0b41f0c38b8" providerId="LiveId" clId="{7D166366-2619-432B-8930-77F62D8D5C9A}" dt="2024-09-20T18:44:56.902" v="3706"/>
        <pc:sldMkLst>
          <pc:docMk/>
          <pc:sldMk cId="1718696186" sldId="265"/>
        </pc:sldMkLst>
        <pc:picChg chg="add mod">
          <ac:chgData name="ravi mathur" userId="80bfe0b41f0c38b8" providerId="LiveId" clId="{7D166366-2619-432B-8930-77F62D8D5C9A}" dt="2024-09-20T18:44:56.902" v="3706"/>
          <ac:picMkLst>
            <pc:docMk/>
            <pc:sldMk cId="1718696186" sldId="265"/>
            <ac:picMk id="10242" creationId="{626692E6-38D2-CCB7-46D8-825C6D50EF53}"/>
          </ac:picMkLst>
        </pc:picChg>
      </pc:sldChg>
      <pc:sldChg chg="addSp modSp new">
        <pc:chgData name="ravi mathur" userId="80bfe0b41f0c38b8" providerId="LiveId" clId="{7D166366-2619-432B-8930-77F62D8D5C9A}" dt="2024-09-20T18:45:21.181" v="3815"/>
        <pc:sldMkLst>
          <pc:docMk/>
          <pc:sldMk cId="1463145011" sldId="266"/>
        </pc:sldMkLst>
        <pc:picChg chg="add mod">
          <ac:chgData name="ravi mathur" userId="80bfe0b41f0c38b8" providerId="LiveId" clId="{7D166366-2619-432B-8930-77F62D8D5C9A}" dt="2024-09-20T18:45:21.181" v="3815"/>
          <ac:picMkLst>
            <pc:docMk/>
            <pc:sldMk cId="1463145011" sldId="266"/>
            <ac:picMk id="11266" creationId="{08ECF96C-6E11-3935-216F-32BE3DD22EC0}"/>
          </ac:picMkLst>
        </pc:picChg>
      </pc:sldChg>
      <pc:sldChg chg="addSp modSp new">
        <pc:chgData name="ravi mathur" userId="80bfe0b41f0c38b8" providerId="LiveId" clId="{7D166366-2619-432B-8930-77F62D8D5C9A}" dt="2024-09-20T18:48:06.125" v="4379"/>
        <pc:sldMkLst>
          <pc:docMk/>
          <pc:sldMk cId="2042799476" sldId="267"/>
        </pc:sldMkLst>
        <pc:picChg chg="add mod">
          <ac:chgData name="ravi mathur" userId="80bfe0b41f0c38b8" providerId="LiveId" clId="{7D166366-2619-432B-8930-77F62D8D5C9A}" dt="2024-09-20T18:48:06.125" v="4379"/>
          <ac:picMkLst>
            <pc:docMk/>
            <pc:sldMk cId="2042799476" sldId="267"/>
            <ac:picMk id="12290" creationId="{3F04FB78-FA60-CBF1-5E26-97E89C90076E}"/>
          </ac:picMkLst>
        </pc:picChg>
      </pc:sldChg>
      <pc:sldChg chg="addSp delSp modSp new">
        <pc:chgData name="ravi mathur" userId="80bfe0b41f0c38b8" providerId="LiveId" clId="{7D166366-2619-432B-8930-77F62D8D5C9A}" dt="2024-09-20T19:03:20.733" v="5520"/>
        <pc:sldMkLst>
          <pc:docMk/>
          <pc:sldMk cId="160198247" sldId="268"/>
        </pc:sldMkLst>
        <pc:spChg chg="add del">
          <ac:chgData name="ravi mathur" userId="80bfe0b41f0c38b8" providerId="LiveId" clId="{7D166366-2619-432B-8930-77F62D8D5C9A}" dt="2024-09-20T18:56:10.198" v="4634" actId="478"/>
          <ac:spMkLst>
            <pc:docMk/>
            <pc:sldMk cId="160198247" sldId="268"/>
            <ac:spMk id="2" creationId="{EF6C67D5-80DC-4D57-C608-A5D6DA368910}"/>
          </ac:spMkLst>
        </pc:spChg>
        <pc:spChg chg="add">
          <ac:chgData name="ravi mathur" userId="80bfe0b41f0c38b8" providerId="LiveId" clId="{7D166366-2619-432B-8930-77F62D8D5C9A}" dt="2024-09-20T18:56:22.399" v="4635"/>
          <ac:spMkLst>
            <pc:docMk/>
            <pc:sldMk cId="160198247" sldId="268"/>
            <ac:spMk id="3" creationId="{C6A1ACC8-276C-C06D-AA79-3A98CCFA2E41}"/>
          </ac:spMkLst>
        </pc:spChg>
        <pc:picChg chg="add del">
          <ac:chgData name="ravi mathur" userId="80bfe0b41f0c38b8" providerId="LiveId" clId="{7D166366-2619-432B-8930-77F62D8D5C9A}" dt="2024-09-20T18:56:10.198" v="4634" actId="478"/>
          <ac:picMkLst>
            <pc:docMk/>
            <pc:sldMk cId="160198247" sldId="268"/>
            <ac:picMk id="14338" creationId="{450AD188-BEE3-4A42-7062-757C57685BC8}"/>
          </ac:picMkLst>
        </pc:picChg>
        <pc:picChg chg="add del">
          <ac:chgData name="ravi mathur" userId="80bfe0b41f0c38b8" providerId="LiveId" clId="{7D166366-2619-432B-8930-77F62D8D5C9A}" dt="2024-09-20T18:56:10.198" v="4634" actId="478"/>
          <ac:picMkLst>
            <pc:docMk/>
            <pc:sldMk cId="160198247" sldId="268"/>
            <ac:picMk id="14339" creationId="{BD5DD7EB-4046-A886-0529-E17252778B1E}"/>
          </ac:picMkLst>
        </pc:picChg>
        <pc:picChg chg="add del mod">
          <ac:chgData name="ravi mathur" userId="80bfe0b41f0c38b8" providerId="LiveId" clId="{7D166366-2619-432B-8930-77F62D8D5C9A}" dt="2024-09-20T18:58:43.171" v="4641" actId="478"/>
          <ac:picMkLst>
            <pc:docMk/>
            <pc:sldMk cId="160198247" sldId="268"/>
            <ac:picMk id="14342" creationId="{49AA27BE-7342-337C-CB44-436E8FF9E639}"/>
          </ac:picMkLst>
        </pc:picChg>
        <pc:picChg chg="add del mod">
          <ac:chgData name="ravi mathur" userId="80bfe0b41f0c38b8" providerId="LiveId" clId="{7D166366-2619-432B-8930-77F62D8D5C9A}" dt="2024-09-20T18:58:45.031" v="4642" actId="478"/>
          <ac:picMkLst>
            <pc:docMk/>
            <pc:sldMk cId="160198247" sldId="268"/>
            <ac:picMk id="14343" creationId="{D1AA7A25-8EFB-46AC-2BBC-2CE2ADE6733F}"/>
          </ac:picMkLst>
        </pc:picChg>
        <pc:picChg chg="add mod">
          <ac:chgData name="ravi mathur" userId="80bfe0b41f0c38b8" providerId="LiveId" clId="{7D166366-2619-432B-8930-77F62D8D5C9A}" dt="2024-09-20T19:03:20.733" v="5520"/>
          <ac:picMkLst>
            <pc:docMk/>
            <pc:sldMk cId="160198247" sldId="268"/>
            <ac:picMk id="14346" creationId="{65B1B3A2-10EB-E080-9BF6-82322AAE20AE}"/>
          </ac:picMkLst>
        </pc:picChg>
      </pc:sldChg>
      <pc:sldChg chg="new del">
        <pc:chgData name="ravi mathur" userId="80bfe0b41f0c38b8" providerId="LiveId" clId="{7D166366-2619-432B-8930-77F62D8D5C9A}" dt="2024-09-20T18:45:50.648" v="3863" actId="47"/>
        <pc:sldMkLst>
          <pc:docMk/>
          <pc:sldMk cId="766817516" sldId="268"/>
        </pc:sldMkLst>
      </pc:sldChg>
      <pc:sldChg chg="addSp modSp new del">
        <pc:chgData name="ravi mathur" userId="80bfe0b41f0c38b8" providerId="LiveId" clId="{7D166366-2619-432B-8930-77F62D8D5C9A}" dt="2024-09-20T18:55:40.308" v="4631" actId="47"/>
        <pc:sldMkLst>
          <pc:docMk/>
          <pc:sldMk cId="1007963690" sldId="268"/>
        </pc:sldMkLst>
        <pc:picChg chg="add mod">
          <ac:chgData name="ravi mathur" userId="80bfe0b41f0c38b8" providerId="LiveId" clId="{7D166366-2619-432B-8930-77F62D8D5C9A}" dt="2024-09-20T18:54:56.532" v="4630" actId="14100"/>
          <ac:picMkLst>
            <pc:docMk/>
            <pc:sldMk cId="1007963690" sldId="268"/>
            <ac:picMk id="13314" creationId="{C898FFC5-DEF6-F4DF-DC09-98E3B550C671}"/>
          </ac:picMkLst>
        </pc:picChg>
      </pc:sldChg>
      <pc:sldChg chg="new del">
        <pc:chgData name="ravi mathur" userId="80bfe0b41f0c38b8" providerId="LiveId" clId="{7D166366-2619-432B-8930-77F62D8D5C9A}" dt="2024-09-20T18:45:51.450" v="3864" actId="47"/>
        <pc:sldMkLst>
          <pc:docMk/>
          <pc:sldMk cId="1770610708" sldId="26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FC015-E09A-EAE4-03D9-75D976DBDD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AD30A2-61D8-06C6-E1A8-565A57CB0E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45641-4093-F3EC-0655-EAD7506D0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62368-4696-CD7A-8A30-421FDCE940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DAA773-862C-E0D5-3AA2-F7CF471E6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63584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BE12F0-20A6-426D-6684-1EC97330D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A4A6E4-95DA-CD7A-8E15-48B84F15FA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A322F-463E-9A6F-E0E5-B37D38822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446887-DA01-8CA7-D77F-9E31D609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1DB6F-FD5A-6C40-CC65-97370918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2742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C0632-12F4-5ADC-2E45-8A8C2DA78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A397A0-1F43-C95A-EED7-2A89BDB0D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5B863-90D4-67D5-96F3-4DEA36CA3B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9E688-8B40-DABA-8FCC-0B0877CF8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C5990-03DF-801D-5342-955EED4F0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617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858B2-768F-F695-3781-4AF1FD56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21D240-248E-B430-E534-3091FF78F3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5BA685-79B3-7630-382B-F1CDADA740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6B0380-84AB-1F60-195F-8D49ABC08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03E467-99B0-7B41-5BFB-012673E41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E97A01-DB5C-9952-D36F-E1DB6D618D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5624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538D-6E50-B7F4-7ED5-41CAE6BA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5FA035-5CCE-0D14-21F5-E21CC85A4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B7BE1C-EEE2-399F-E8B8-72C91175E0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698E2E-C632-1F38-2B52-65C7507C1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C6560D-FE01-AA69-7CC7-12A906D6D3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1BA1F2-988F-05BC-38F6-42FFE4CE3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4F540B-1529-309C-BEC9-4E5F4D554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925FF1-EBCF-601D-A0A5-BCFBA67F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088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9BE92-B4A7-9A8A-3EB1-D67279142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95782B-B47A-801A-198F-F2A950D31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3153D3-646E-F16A-6B5E-09A373EF2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3968EA-09C4-CA5D-38BD-9699F478B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85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EA71DA-2AA7-515F-3682-122D9A8F76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4B4C2F-431D-3569-5CAF-36DC0A61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2DF14-35B2-10D8-1EF4-B29C96EBB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24178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29E51-903E-6013-C1C8-57DEA0FAA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F67AE-C263-69B8-3D00-AB7E1FADB3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D9DB06-0789-8239-B1A7-2B6030BD5C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9F8EB-893C-472A-B3D5-B3954956EC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38D01-3B28-F8E8-3E05-75DEA253C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B7564-A000-BB57-D1F5-A4C955324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138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2AE07-D653-6840-953F-7B05346C5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E7B52F-550B-235F-73E7-EA28285C336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97D4D1-7B02-EDD4-0AAA-D3B876266B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88D65-BFF7-DC10-93AB-813376F9A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BE5961-D9CA-38AE-080A-BBCB5A47F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17A427-96F9-0CD5-40D8-8863021FE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5043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B14F-78E8-D15E-33DD-22435B77C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683BED-7325-CC07-8C18-1606BA8FE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C3268-E018-392A-3447-1CFB23691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4413D-A75C-B143-4690-29164D8C4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E3C5C8-02F3-FAC5-3AB1-D86AFAC3E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460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6E0131-422D-B05F-E3AF-AD2967125F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DAEFAC-6456-0D95-A998-BA4B6206C8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9DEB2-60EF-8FE2-7F4F-C8420793C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562CE2-ED96-FBAB-346A-06CBDB6F6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7D69F8-A1E7-589B-0B37-3C360A587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7357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64A89-7605-EA3B-704B-311DAE20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E2180E-D92B-6B3A-98AF-4464F13494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CA312-4333-5978-A5FB-08AA4B2A6C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97A095-86D7-4A32-B322-EA3AE9866448}" type="datetimeFigureOut">
              <a:rPr lang="en-IN" smtClean="0"/>
              <a:t>20-09-2024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C8749-7D3B-4FBB-0AF6-18CFAE272F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8474C-F176-FDC2-382C-65B17F51A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BF416F-1DCE-47CD-8BAE-896019A02C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70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AKE OR BUY DECISION&#10;In a given situation, the organization should evaluate&#10;each of the above make or buy alternatives and then&#10;select the alternative which results in the lowest cost.&#10;This is an important decision since it affects the&#10;productivity of the organization.&#10;Thus, the make or buy decision should be reviewed&#10;periodically, say, every 1 to 3 years.&#10;This is mainly to cope with the changes in the level of&#10;competition and various other environmental factors.&#10; ">
            <a:extLst>
              <a:ext uri="{FF2B5EF4-FFF2-40B4-BE49-F238E27FC236}">
                <a16:creationId xmlns:a16="http://schemas.microsoft.com/office/drawing/2014/main" id="{AEFA315F-95C9-2503-FC7C-EFB3CC26E2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2000" contrast="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368" y="73741"/>
            <a:ext cx="8947355" cy="67105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9998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RITERIA FOR MAKE OR BUY&#10;Criteria for make&#10;1.The finished product can be made cheaper by the firm&#10;than by outside suppliers.&#10;2.The finished product is being manufactured only by a&#10;limited number of outside firms which are unable to&#10;meet the demand.&#10;3. The part has an importance for the firm and requires&#10;extremely close quality control.&#10;4. The part can be manufactured with the firm’s existing&#10;facilities and similar to other items in which the&#10;company has manufacturing experience.&#10; ">
            <a:extLst>
              <a:ext uri="{FF2B5EF4-FFF2-40B4-BE49-F238E27FC236}">
                <a16:creationId xmlns:a16="http://schemas.microsoft.com/office/drawing/2014/main" id="{EBBC79A7-90D4-F22D-0F94-E03CD1850A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18000" contrast="3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051" y="217539"/>
            <a:ext cx="8637639" cy="647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8270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riteria for buy&#10;1. Requires high investments on facilities which are already&#10;available at suppliers plant.&#10;2. The company does not have facilities to make it and there&#10;are more profitable opportunities for investing company’s&#10;capital.&#10;3. Existing facilities of the company can be used more&#10;economically to make other parts.&#10;4. The skill of personnel employed by the company is not&#10;readily adaptable to make the part.&#10;5. Patent or other legal barriers prevent the company for&#10;making the part.&#10;6. Demand for the part is either temporary or seasonal.&#10; ">
            <a:extLst>
              <a:ext uri="{FF2B5EF4-FFF2-40B4-BE49-F238E27FC236}">
                <a16:creationId xmlns:a16="http://schemas.microsoft.com/office/drawing/2014/main" id="{B4B0E7A7-E5C3-388B-A55B-F6CAA85AF5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15000"/>
                    </a14:imgEffect>
                    <a14:imgEffect>
                      <a14:brightnessContrast bright="-15000" contrast="3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3664" y="29497"/>
            <a:ext cx="9104671" cy="6828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8889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APPROACHES FOR MAKE OR BUY DECISION&#10;1. Simple cost analysis&#10;2. Economic analysis&#10;3. Break-even analysis&#10; ">
            <a:extLst>
              <a:ext uri="{FF2B5EF4-FFF2-40B4-BE49-F238E27FC236}">
                <a16:creationId xmlns:a16="http://schemas.microsoft.com/office/drawing/2014/main" id="{1DA31876-89AD-6AD5-2088-D6BE004BE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1000" contras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7289" y="294967"/>
            <a:ext cx="8475407" cy="63565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0258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Simple Cost Analysis&#10;A company has extra capacity that can be used to produce a&#10;sophisticated fixture which it has been buying for Rs. 900&#10;each. If the company makes the fixtures, it will incur&#10;materials cost of Rs. 300 per unit, labour costs of Rs. 250&#10;per unit, and variable overhead costs of Rs. 100 per unit.&#10;The annual fixed cost associated with the unused capacity is&#10;Rs. 10,00,000. Demand over the next year is estimated at&#10;5,000 units.&#10;Would it be profitable for the company to make the&#10;fixtures?&#10; ">
            <a:extLst>
              <a:ext uri="{FF2B5EF4-FFF2-40B4-BE49-F238E27FC236}">
                <a16:creationId xmlns:a16="http://schemas.microsoft.com/office/drawing/2014/main" id="{BD0ECEC8-2509-2461-7B7E-7CA82FA831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7000" contrast="54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7071" y="84803"/>
            <a:ext cx="8937523" cy="6703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06586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 Cost to make&#10;Variable cost/unit = Material + labour + overheads&#10;= Rs. 300 + Rs. 250 + Rs. 100&#10;= Rs. 650&#10;Total variable cost = (5,000 units) (Rs. 650/unit)&#10;= Rs. 32,50,000&#10; ">
            <a:extLst>
              <a:ext uri="{FF2B5EF4-FFF2-40B4-BE49-F238E27FC236}">
                <a16:creationId xmlns:a16="http://schemas.microsoft.com/office/drawing/2014/main" id="{7026E384-4329-20BB-55FD-1B77DC1B61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7000" contrast="6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5057" y="173293"/>
            <a:ext cx="8716297" cy="6537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6586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ake or buy decision">
            <a:extLst>
              <a:ext uri="{FF2B5EF4-FFF2-40B4-BE49-F238E27FC236}">
                <a16:creationId xmlns:a16="http://schemas.microsoft.com/office/drawing/2014/main" id="{5B08BEFA-F95D-2DB6-0CEA-9D4650788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9000" contrast="61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310" y="176980"/>
            <a:ext cx="8863780" cy="664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1265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>
            <a:extLst>
              <a:ext uri="{FF2B5EF4-FFF2-40B4-BE49-F238E27FC236}">
                <a16:creationId xmlns:a16="http://schemas.microsoft.com/office/drawing/2014/main" id="{C6A1ACC8-276C-C06D-AA79-3A98CCFA2E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0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__Source_Sans_3_a41172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346" name="Picture 10" descr="Economic Analysis&#10;❑ Economic analysis is the study of economic&#10;systems. It may also be a study of a production&#10;process or an industry.&#10;❑The analysis aims to determine how&#10;effectively the economy or something within it is&#10;operating.&#10;❑For example, an economic analysis of a&#10;company focuses mainly on how much profit it&#10;is making.&#10; ">
            <a:extLst>
              <a:ext uri="{FF2B5EF4-FFF2-40B4-BE49-F238E27FC236}">
                <a16:creationId xmlns:a16="http://schemas.microsoft.com/office/drawing/2014/main" id="{65B1B3A2-10EB-E080-9BF6-82322AAE20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5000" contrast="4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9188" y="1120876"/>
            <a:ext cx="7251289" cy="4078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98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Economic Analysis&#10;The following inventory models&#10;are considered to illustrate&#10;this concept:&#10;1.Purchase model&#10;2. Manufacturing model&#10; ">
            <a:extLst>
              <a:ext uri="{FF2B5EF4-FFF2-40B4-BE49-F238E27FC236}">
                <a16:creationId xmlns:a16="http://schemas.microsoft.com/office/drawing/2014/main" id="{C48F7D8D-B34A-913B-7AB3-2383C7D232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9000" contrast="4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3484" y="132735"/>
            <a:ext cx="8790039" cy="6592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61287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Break-even Analysis&#10; ">
            <a:extLst>
              <a:ext uri="{FF2B5EF4-FFF2-40B4-BE49-F238E27FC236}">
                <a16:creationId xmlns:a16="http://schemas.microsoft.com/office/drawing/2014/main" id="{626692E6-38D2-CCB7-46D8-825C6D50EF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2000" contrast="1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0310" y="162232"/>
            <a:ext cx="8863780" cy="66478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8696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Make or buy decision">
            <a:extLst>
              <a:ext uri="{FF2B5EF4-FFF2-40B4-BE49-F238E27FC236}">
                <a16:creationId xmlns:a16="http://schemas.microsoft.com/office/drawing/2014/main" id="{08ECF96C-6E11-3935-216F-32BE3DD22E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7000" contrast="7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9587" y="-25811"/>
            <a:ext cx="9217742" cy="69133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31450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Make or buy decision">
            <a:extLst>
              <a:ext uri="{FF2B5EF4-FFF2-40B4-BE49-F238E27FC236}">
                <a16:creationId xmlns:a16="http://schemas.microsoft.com/office/drawing/2014/main" id="{3F04FB78-FA60-CBF1-5E26-97E89C9007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33000" contrast="4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323" y="73741"/>
            <a:ext cx="8996516" cy="6747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799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1</Words>
  <Application>Microsoft Office PowerPoint</Application>
  <PresentationFormat>Widescreen</PresentationFormat>
  <Paragraphs>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__Source_Sans_3_a41172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 mathur</dc:creator>
  <cp:lastModifiedBy>ravi mathur</cp:lastModifiedBy>
  <cp:revision>1</cp:revision>
  <dcterms:created xsi:type="dcterms:W3CDTF">2024-09-20T18:18:45Z</dcterms:created>
  <dcterms:modified xsi:type="dcterms:W3CDTF">2024-09-20T19:05:12Z</dcterms:modified>
</cp:coreProperties>
</file>