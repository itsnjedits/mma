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9" r:id="rId4"/>
    <p:sldId id="260" r:id="rId5"/>
    <p:sldId id="270" r:id="rId6"/>
    <p:sldId id="271" r:id="rId7"/>
    <p:sldId id="272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56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DE8EA-6D01-552C-0DE2-78489EE54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E73847-4B83-AB08-4F9B-1185CAF77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6DD6C-4549-3E86-825F-E88A1DA69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8CD92-A908-7D45-AF2A-572BB3565D2F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604A1-D9DA-FC3E-ADFB-9D233F7A1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A7567-A9F1-B3D3-8862-E947A66B3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2A78-4922-234A-9049-A99708396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98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CF127-B882-70C3-DBAE-AC563633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D8FD6-790E-89A6-D6F4-DBC99D0A3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5C874-1FB5-FA18-B182-64DF1CA23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8CD92-A908-7D45-AF2A-572BB3565D2F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67FC7-E254-FB5A-A3D3-928AD0A5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2361F-970B-9D73-3405-A55817EEB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2A78-4922-234A-9049-A99708396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333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E9364-3EDC-A22E-BACC-9CFC54BBC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0A5A2-768C-473A-4C91-CA8CA0426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1EB07-0D55-CA84-89AA-DB232C200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8CD92-A908-7D45-AF2A-572BB3565D2F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5A46C-2E72-2D3F-9A98-51DC855D6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8B4A8-5CC7-2547-4676-CB1842AD6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2A78-4922-234A-9049-A99708396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205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53E80-6BF4-36C0-49FD-F566E6F2F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0FD93-A576-7762-9BCB-51F5DC226B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E7E0C-AC56-226A-EA79-82F8FD728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AE1A9-F946-7D6C-6707-32D7DFCD7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8CD92-A908-7D45-AF2A-572BB3565D2F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5C5F3-1764-7F3C-C860-847A06898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67860-9360-941E-87DD-9EDCF9B66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2A78-4922-234A-9049-A99708396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50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F1F51-AF32-CF09-AA0E-0FDC96BC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99F24-54B0-6756-356E-793449E52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A9715D-6639-D477-0823-22B987037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841FA9-F1B1-0A2E-9824-AC6C0AD865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2FFB38-B6D1-2A4A-490B-2BFCFFF645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01E9B9-47AE-32BF-C4D4-D976DB5D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8CD92-A908-7D45-AF2A-572BB3565D2F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95DB57-70BA-22A5-63BD-D8F9AFB4F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C98C1C-53C3-E27A-3D44-B82FEC3BF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2A78-4922-234A-9049-A99708396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483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AE99B-9620-23A6-C778-4870734F7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343BF-3F3F-19A1-72F8-3E293E79F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8CD92-A908-7D45-AF2A-572BB3565D2F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690CD-CA83-3C7E-69D9-486F86F2A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721E3E-59F1-C667-96C1-94C615379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2A78-4922-234A-9049-A99708396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02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69F6A3-4F0D-A87F-1508-75DE03E57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8CD92-A908-7D45-AF2A-572BB3565D2F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74597E-6033-63B5-12C1-E0C8AE242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D4A54-5303-CC72-61B7-77E6D8C65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2A78-4922-234A-9049-A99708396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56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7E2D1-8DE6-40F4-3A20-7F248892F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6EC0E-02ED-E0B3-E31C-6EA8161FE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EDA621-9215-D678-3E71-F64EA1E3D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8C1AE-4E56-3CC0-457F-7A5A69A83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8CD92-A908-7D45-AF2A-572BB3565D2F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30873-7007-30BB-76EF-7E772A3E4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14EBE-9BBF-CFFA-583A-43292468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2A78-4922-234A-9049-A99708396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33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C8921-64AB-AA89-2982-90C784362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85AB9-A132-8906-0A89-803EC648EB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087463-F324-6A62-A8E1-4F88A1BB3B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BAD81F-63D7-52A4-277A-F642D9F8E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8CD92-A908-7D45-AF2A-572BB3565D2F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D60F2-C9A7-EF1F-1ADF-C8EEB2FD5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F9C258-8881-10DF-D32D-70A5AF935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2A78-4922-234A-9049-A99708396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782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8679C-C3BA-A9A2-4E50-E37A15413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449A52-A6CB-AF6E-93A8-13DD65F31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59586-18BA-E1D9-8121-899C1BF68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8CD92-A908-7D45-AF2A-572BB3565D2F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DE4C0-A2FF-B9A8-F3B9-222C08215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5A936-2D58-6DAC-9E27-315729617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2A78-4922-234A-9049-A99708396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23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8C1016-1DEC-0F81-34B4-41CBD0448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1B78BF-B11E-D677-E95E-80AF701714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4A8EF-7AB5-9998-2811-811A360C4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8CD92-A908-7D45-AF2A-572BB3565D2F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AAC2D-AB8E-EB28-F90F-220D12397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87B92-270B-C741-FBB3-90F2C52C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F2A78-4922-234A-9049-A99708396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451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2B1555-751D-7883-1904-77D80FC3D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0A373-7B82-AB71-C375-723399A0A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45ADD-6B01-D28A-4712-57D677D0F4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B8CD92-A908-7D45-AF2A-572BB3565D2F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102B8-6187-BA04-9819-B1D1DCCA18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531F7-4037-7DBE-0345-93502A88B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6F2A78-4922-234A-9049-A997083962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715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7CD0A-F1D6-BDEF-985E-25CD3039A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0261"/>
            <a:ext cx="10515600" cy="3077477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VALUE ANALYSIS AND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VALUE ENGINEERING</a:t>
            </a:r>
          </a:p>
        </p:txBody>
      </p:sp>
    </p:spTree>
    <p:extLst>
      <p:ext uri="{BB962C8B-B14F-4D97-AF65-F5344CB8AC3E}">
        <p14:creationId xmlns:p14="http://schemas.microsoft.com/office/powerpoint/2010/main" val="1408275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CE13FB2-F6C2-8ED9-CB43-5C16906EEF1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589554" y="542390"/>
            <a:ext cx="11095429" cy="610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12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571E82-5936-0A51-81FD-E2897A621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63" y="212240"/>
            <a:ext cx="11578862" cy="649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283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87BA52B-0914-B1B3-4874-E2EF86336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0"/>
            <a:ext cx="11201547" cy="705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89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D97BE6-364C-C4E8-4DF8-5300B5AAC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212240"/>
            <a:ext cx="11720355" cy="664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999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6DC718-423E-E1BA-C097-13EFDFDA4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35" y="212240"/>
            <a:ext cx="11508116" cy="664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276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DB5637-0CD4-2016-CF54-12232D285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97" y="271195"/>
            <a:ext cx="11519908" cy="641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737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A7540C-7EC1-6BBB-9D65-3E7F1322A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78" y="306569"/>
            <a:ext cx="11673191" cy="624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956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4DA15C-7D21-AF73-0E85-6AA45EF8A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60" y="271195"/>
            <a:ext cx="11460951" cy="643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613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25CB83-AB62-E76F-94BB-2C0B30178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07" y="306570"/>
            <a:ext cx="11460952" cy="636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31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802A87-CB15-EAEB-9896-1B42CC492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3" y="235822"/>
            <a:ext cx="11307666" cy="632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03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214A73-556D-AC59-EC03-E8EAB0D61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71" y="235822"/>
            <a:ext cx="11390205" cy="647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331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4943D8-25CC-532C-99E2-437BC38E8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57" y="294777"/>
            <a:ext cx="11885431" cy="644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477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B0EAF5-A98D-48B0-307D-CDC3E98D9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63" y="259404"/>
            <a:ext cx="11472742" cy="635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057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93C27C-0C83-7523-D4B6-7BD536BE8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67" y="165076"/>
            <a:ext cx="11791102" cy="653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251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E961A04-3141-C499-2851-B770817A3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69" y="188658"/>
            <a:ext cx="11732147" cy="6461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076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2B95CC5-7B74-CF17-2B3A-46B06A32E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09" y="341942"/>
            <a:ext cx="11567071" cy="630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827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VALUE ANALYSIS AND VALUE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 mathur</dc:creator>
  <cp:lastModifiedBy>ravi mathur</cp:lastModifiedBy>
  <cp:revision>3</cp:revision>
  <dcterms:created xsi:type="dcterms:W3CDTF">2024-03-04T07:50:51Z</dcterms:created>
  <dcterms:modified xsi:type="dcterms:W3CDTF">2024-03-04T08:18:55Z</dcterms:modified>
</cp:coreProperties>
</file>