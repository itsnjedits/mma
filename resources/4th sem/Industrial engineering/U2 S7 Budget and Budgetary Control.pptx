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F7C2-FBCE-E07B-4B03-2EEDA471C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95B00-F2EE-EB32-DB0B-80FCB8BD2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1D6F8-43DF-A80A-A304-34FD37D7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80CA-EE42-A094-3AEA-94498D56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D9940-D971-70F9-C7E8-4A91794A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0BFE-D14A-6FF1-BB06-37E4D2D5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C976F-4BCA-5D7B-F6FF-022731EC4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06FBF-DA50-5E26-A55E-C01E65B9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8FFD7-A3DD-752F-B25C-1AD1B97E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2EEB-CD7A-97AC-B83E-6F7749A5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6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B877-DE29-140F-56F8-9B855D50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7B24B-27AE-2921-838D-05DA120AF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EF4B7-7C24-11C3-F8F8-A4FFA82A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7661-6E33-548C-340E-6C421B46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F754-C423-BD43-ADB5-02B189BF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8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AC16-42C2-588A-4977-DAA95D05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E59C5-89DE-41E9-90B6-2535D139F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3668D-38F6-5B91-2B40-24335A281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4C628-03A9-FDDD-5409-5216029A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94410-DF45-1D31-40FD-5117016C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BDE3A-DC56-A5E1-6D18-43E4A7FA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57AC-3CBC-E173-75C7-6A3CD5D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A9A0F-8917-3F7D-F9FB-582914B0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08F3B-DC56-8470-4482-18C8FC65B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99DED-2114-E155-6E74-3E84257A0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E9583-B959-184C-0D79-D4B3B0E4F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66163-032D-8103-1D38-0CF88C7E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56E4E-7203-CAAB-7864-F2C1F525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65AB8-4057-AB83-8769-2F4B515D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4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4482-6BE4-C8F0-6AAB-92FA4353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26F7C-FD08-8550-5543-0D9E97FC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F2103-EC0C-CD2B-4F29-1457B1F1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43E1B-F1DD-329C-9659-76A6D95E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6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41105-7831-0CBF-6EF6-17F3F4C2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B4F6E-1765-FB45-D641-4EA7F23B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4CA7E-4F45-36F1-955D-7D3FD41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2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29AC-29C7-DA02-8011-FB676FC2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D8C5-E1FC-057C-28DF-B9FE9A35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184E-6E46-BAB0-131F-5BE8F012C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ADE95-E72A-759E-315F-771EADAF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527D5-E9EE-51A7-C600-35DBE612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BB61F-3139-C2F1-3541-115DD64C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3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8781-F7DA-4383-980D-D0A276EB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A7B38-DB0D-901E-116C-BC27EA37A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4380B-609D-3000-1D45-F4D5CCDA0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3418C-2766-8896-BEE8-25D2B73C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48957-AC12-D25A-DF57-C883D053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AC046-2703-730B-A5D4-32C4BBB4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8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2A2A-2198-274F-2333-4BC80BAF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9B153-0C04-0554-590B-772CCCC0C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606A-3FFC-0BF4-4603-E2614450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D046B-040C-598D-A446-86A7228B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5FBE0-96E7-BE20-E6F2-A5580FB8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2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F1F37-8E80-A594-17E0-3BBE9AB64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BC545-40AD-EE92-1B29-D9D9B3DDD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E678-C6AB-6482-24B8-5841EDB82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71A56-20B4-8A0F-AAA0-42D610A9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C8976-EDAA-DE02-B0AD-B97D1B22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7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D0E4C-DC88-EAF1-7D7B-C7A55584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9C6DF-CE57-AA9D-C5C6-1F1552791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F3B3-41B4-9F44-D288-D42E9D64A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E37F2-33FB-8E4A-BE77-897D8A3320C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A3A7-8660-6388-7950-37DFDDE91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BD4B5-E497-CE59-3190-7BF010007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3AFC8-D4E3-D541-A7C4-DFDAD1B93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5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74AE-C7D7-11A4-8F9D-06C998B05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19077-77A1-8A6C-8C1D-4D85EEC45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D1EDB-A4F1-3962-CC46-B6E216990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2" y="0"/>
            <a:ext cx="11967970" cy="66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0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6B47B7-F3F2-FEB6-C3A6-72C6C0F85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2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7E81B3-C52E-1D66-D43F-84C4A483E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5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8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2F065F-6D8E-6D99-E7C0-09D33915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328" y="-106120"/>
            <a:ext cx="12286328" cy="696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1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B31FFD-86D3-C8B2-4A18-DCEAEBAF8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9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925D4-9A9D-5D2F-DFB0-5337E9AB9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36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8D4223-7642-B46A-744B-40167FEF7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2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1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34626E-6792-68A8-A97A-120D5F434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5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B85AD2-493B-CD13-A52C-065593D0C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330"/>
            <a:ext cx="12333493" cy="67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8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4FF71-B494-362E-5EC1-877BB1602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86328" cy="67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6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FEF154-AD63-8DD5-5319-BB9E18728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8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7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2B8362-C3BC-0E9B-174A-4BA686CA3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8" y="0"/>
            <a:ext cx="12109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3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6FEDF-7734-E31D-B7BB-3D87B0102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538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35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CE7B26-F228-5396-FF60-1145A64E0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18CCC-E05D-0651-B9B9-70B29DD36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99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1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B51D72-CE68-C712-5049-3529BDA04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" y="0"/>
            <a:ext cx="12085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2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A07283-BA89-297A-1230-AD700E974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16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55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65B0FC-EC0A-9E27-DC0D-FEBF3E8A6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2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41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mathur</dc:creator>
  <cp:lastModifiedBy>ravi mathur</cp:lastModifiedBy>
  <cp:revision>3</cp:revision>
  <dcterms:created xsi:type="dcterms:W3CDTF">2026-02-12T04:10:30Z</dcterms:created>
  <dcterms:modified xsi:type="dcterms:W3CDTF">2026-02-12T04:56:48Z</dcterms:modified>
</cp:coreProperties>
</file>