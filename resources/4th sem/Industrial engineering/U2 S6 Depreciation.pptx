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7617-8F4F-592C-D646-B95D63837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85D09-2F21-813B-3921-753A8A0E9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2913-8419-7823-D0A4-BC665D73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6FA43-80C1-03FE-91C5-254C39AD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59C04-A8A7-8895-72F5-6D2D4136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3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86A6-DDE8-B2AE-5E15-C1E34005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38867-9BBF-A2BA-7B58-C0D5E037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7211-F42D-4F1D-2B50-55CFC45C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2DE49-1600-CCC5-20CB-75940A91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BFB64-A2FB-5D2C-03C5-AF43344A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9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7D05-E23D-DCF2-EF49-E5263AC3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6EA0F-D759-A288-CA76-F9DAC0E1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85C28-FEC2-F063-B773-53A51C50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2FB4-8270-C1CC-672A-B63FB82F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BA3E-9640-862A-EA4E-C2A1DE76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7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AC12-E082-063A-164E-F138B1BC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005B4-C9A7-A028-0482-DC318993B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F7EBD-87E3-2F26-B7A5-22B2AAAF5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B21E0-8A0A-FFDA-68F9-CD1BDA49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B81E3-FFC1-816D-E992-98A710DB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A9F13-0089-A767-D726-DF60D7CC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3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9A64-04C0-9F21-50FC-341E1ADD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5357A-BBA1-075F-2A43-AE5716221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87C02-62AF-5246-61D6-EF1A2802F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4FFC9-3272-89C8-E76B-539D76787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C26DE-E0B5-2E19-A6A1-0AE2BEEF5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FCA49-E59B-42A0-A6A7-B7608866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BCF5D-2F97-5AC8-3A83-A0471419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BE073-C1DB-378A-ADC1-D09EBB8A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1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EF4A-BB73-CA80-B543-336291A9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015AD-9FD9-DBED-0FDB-01FDC50A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2B800-39D4-EFE8-0D72-146FCB59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FBB21-378D-12DD-560D-2937C4A0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8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12901-98A3-CED8-F72B-2E3B6FA0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D0843-04D9-B550-86AB-408F4290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00056-4E77-9919-1F1A-81AA8C35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9006-2752-75F5-B703-AD4E18C5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4CB2B-AA42-B2B5-BED2-6F6CC3BE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1D9E1-4CA0-8BFE-7285-73EDF9172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A45BB-54C7-C9DB-B726-588712C7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C77AF-9596-FAFC-95D8-535772AB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33D9-EDEB-663F-480E-6A504AE6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22525-46F2-678E-8E64-DB2BB689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26FB38-7E94-0499-48CF-6FC0BE06B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F04C5-8DA7-22F0-65BD-7FF7CF5ED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FEACF-5468-5193-98A7-F5536314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FF1C8-9908-8523-52F7-DCBFB7D5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0296D-3951-367B-F3B6-B275B69B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BC07-52C5-3028-B5D9-7DD94FF1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48A46-3562-3EFF-47F0-549E9769E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953B9-A1D7-578E-3D03-3DA0E5A9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401E8-E78F-F944-A4E3-BAF440EA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F00A8-E9B1-C1D2-6532-C0CA4648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8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FCB2D-C660-4745-0AE5-ABF7B57A1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D0A9B-0F72-AFB0-CF15-C77002F7F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8C35-BB69-198D-23EF-62F5F358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F6F84-A605-226A-7A20-3D9D75F8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4F413-742B-3AFC-A4BE-A472D1D4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2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2C7AB-1181-5355-A1DB-5425BC09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34AC-29B0-49DC-BB27-4148D978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7BBCB-598C-1678-A30C-BBE45634D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23201-338B-4F4D-913C-444E096DC6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252F8-18E6-9214-9E7D-A4A919087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A1AAA-ADE9-3EBA-E93C-FC67F031B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1F1E0-AC67-3C4E-8AD7-35848030C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7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2E0891-482C-3BB9-7071-205B0C762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411" y="0"/>
            <a:ext cx="7097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4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CD7A08-9FB1-1A04-738F-D92E7404C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574" y="-49544"/>
            <a:ext cx="3090683" cy="690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7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93C77-865E-6C92-222F-7C444EE9B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561" y="-1097"/>
            <a:ext cx="2796401" cy="68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4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86FD18-ECFB-FF2A-8051-E70609653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258" y="-49770"/>
            <a:ext cx="3690615" cy="678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4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C470AB-B21D-043D-6123-B33492A0B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992" y="-58940"/>
            <a:ext cx="3133315" cy="691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78B6B-228C-C582-2FEA-C175AFB57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157" y="-56764"/>
            <a:ext cx="3040724" cy="691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4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4A9CA-5D04-37D2-6067-C73F915E6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917" y="-1"/>
            <a:ext cx="3292455" cy="694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3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34859-7ECB-AD2C-0CD6-0066DEA28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917" y="8316"/>
            <a:ext cx="3494407" cy="684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9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43695-D194-8459-3AF9-8DEA1C73A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149" y="0"/>
            <a:ext cx="3533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5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8A34D-6392-86AB-C579-48F3D3E3B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855" y="-6924"/>
            <a:ext cx="4459953" cy="698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5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mathur</dc:creator>
  <cp:lastModifiedBy>ravi mathur</cp:lastModifiedBy>
  <cp:revision>6</cp:revision>
  <dcterms:created xsi:type="dcterms:W3CDTF">2026-02-10T04:45:20Z</dcterms:created>
  <dcterms:modified xsi:type="dcterms:W3CDTF">2026-02-10T05:24:05Z</dcterms:modified>
</cp:coreProperties>
</file>